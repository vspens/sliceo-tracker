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a high-level promise: visibility, attribution clarity, and operational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raw clicks alone are not enough without end-to-end linkage.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this as an integrated marketing operations layer, not just a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role-ready foundation for future team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ease of use and brand-safe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operational speed for marketing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point to discuss "quality before volume."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this as the bridge between marketing activity and sales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operational risk management for growth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leadership gets strategic signal, not just activity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"investigation" view for analysts and account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as a realistic optimization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Demonstrates direct operational and revenue protection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point for agencies and in-house teams presenting to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outcomes and confidence, not technical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Sliceo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Turn campaign traffic into actionable lead and revenue insight</a:t>
            </a:r>
          </a:p>
          <a:p>
            <a:r>
              <a:t>Client walkthrough deck</a:t>
            </a:r>
          </a:p>
          <a:p>
            <a:r>
              <a:t>Date: 2026-04-28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Most teams run campaigns but cannot clearly answer: "Which campaign actually drove this lead?"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Traffic data, lead data, and webhook/CRM delivery data are often disconnected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Teams lose time on manual reconciliation and reporting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Decision-making becomes reactive instead of data-driven</a:t>
            </a:r>
          </a:p>
        </p:txBody>
      </p:sp>
      <p:pic>
        <p:nvPicPr>
          <p:cNvPr id="4" name="Picture 3" descr="03-click-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5651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What This System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Captures campaign clicks in real time with source, medium, campaign, referrer, and session context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Connects those clicks to submitted leads with attribution logic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Tracks whether leads were successfully delivered to downstream systems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Gives leadership one place to monitor marketing performance and operational reliability</a:t>
            </a:r>
          </a:p>
        </p:txBody>
      </p:sp>
      <p:pic>
        <p:nvPicPr>
          <p:cNvPr id="4" name="Picture 3" descr="02-hom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3838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 1 - Secure Access and Team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Authorized users log in and access a private analytics workspace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Keeps campaign intelligence internal and client-safe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Enables collaboration across marketing, operations, and leadership</a:t>
            </a:r>
          </a:p>
        </p:txBody>
      </p:sp>
      <p:pic>
        <p:nvPicPr>
          <p:cNvPr id="4" name="Picture 3" descr="02-hom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383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 2 - Create Clean Campaign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Team creates short, professional links for LinkedIn, email, and ads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Each link can carry pre-defined campaign metadata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Removes messy URLs from client-facing channels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Increases consistency across campaign launches</a:t>
            </a:r>
          </a:p>
        </p:txBody>
      </p:sp>
      <p:pic>
        <p:nvPicPr>
          <p:cNvPr id="4" name="Picture 3" descr="08-link-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 3 - Launch Faster With Modal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Quick modal flow for adding campaign links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Quick modal flow for adding/updating destinations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Reduces friction during go-live or campaign pivots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Encourages disciplined campaign setup</a:t>
            </a:r>
          </a:p>
        </p:txBody>
      </p:sp>
      <p:pic>
        <p:nvPicPr>
          <p:cNvPr id="4" name="Picture 3" descr="09-link-builder-create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 4 - Monitor Traffic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Click Stream shows who is engaging and from where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Analyze partner/source quality, suspicious patterns, and top traffic channels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Use this to validate campaign distribution performance early</a:t>
            </a:r>
          </a:p>
        </p:txBody>
      </p:sp>
      <p:pic>
        <p:nvPicPr>
          <p:cNvPr id="4" name="Picture 3" descr="03-click-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5651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 5 - Track Leads and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Lead records are connected to campaign journeys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First-touch, last-touch, and assist attribution reveal the full conversion path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Teams can see not just who converted, but how they converted</a:t>
            </a:r>
          </a:p>
        </p:txBody>
      </p:sp>
      <p:pic>
        <p:nvPicPr>
          <p:cNvPr id="4" name="Picture 3" descr="04-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 6 - Validate Delivery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Delivery screen confirms whether each lead reached external systems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Immediate visibility into failed deliveries and response issues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Protects revenue by catching integration failures quickly</a:t>
            </a:r>
          </a:p>
        </p:txBody>
      </p:sp>
      <p:pic>
        <p:nvPicPr>
          <p:cNvPr id="4" name="Picture 3" descr="05-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 7 - Analyze Campaign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Campaign Insights compares campaign groups by volume and attribution impact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Identify top-performing and underperforming campaigns quickly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Supports smarter budget reallocation and messaging optimization</a:t>
            </a:r>
          </a:p>
        </p:txBody>
      </p:sp>
      <p:pic>
        <p:nvPicPr>
          <p:cNvPr id="4" name="Picture 3" descr="06-campaign-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5929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 8 - Drill Into One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Deep campaign page shows click behavior, referrers, and linked leads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Includes date filtering and CSV exports for client reporting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Enables practical diagnostics: "Why did this campaign underperform this week?"</a:t>
            </a:r>
          </a:p>
        </p:txBody>
      </p:sp>
      <p:pic>
        <p:nvPicPr>
          <p:cNvPr id="4" name="Picture 3" descr="07-campaig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5722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Example Client Value Scenario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A LinkedIn campaign shows high clicks but low lead conversion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Drilldown reveals low-quality referrer mix and weak assist/last-touch profile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Team adjusts targeting and landing page messaging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Conversion quality improves in the next cycle</a:t>
            </a:r>
          </a:p>
        </p:txBody>
      </p:sp>
      <p:pic>
        <p:nvPicPr>
          <p:cNvPr id="4" name="Picture 3" descr="07-campaig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57224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Example Client Value Scenario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Leads are being generated but sales team reports missing records in CRM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Delivery view shows webhook failures and response errors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Ops team fixes endpoint/auth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Lead loss is stopped and reporting accuracy is restored</a:t>
            </a:r>
          </a:p>
        </p:txBody>
      </p:sp>
      <p:pic>
        <p:nvPicPr>
          <p:cNvPr id="4" name="Picture 3" descr="05-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Reporting and Client Communication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Exportable campaign and lead views support monthly reporting packs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Clear attribution language improves confidence in performance reviews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Easier to justify budget shifts with evidence-based campaign insights</a:t>
            </a:r>
          </a:p>
        </p:txBody>
      </p:sp>
      <p:pic>
        <p:nvPicPr>
          <p:cNvPr id="4" name="Picture 3" descr="06-campaign-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5929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Why This Matters to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Better visibility into what actually drives qualified demand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Faster campaign decisions with less guesswork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Fewer lost leads due to delivery failures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Stronger confidence in marketing ROI conversations</a:t>
            </a:r>
          </a:p>
        </p:txBody>
      </p:sp>
      <p:pic>
        <p:nvPicPr>
          <p:cNvPr id="4" name="Picture 3" descr="02-hom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669280" cy="33838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